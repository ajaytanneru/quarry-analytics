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
(COVID)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104.97</c:v>
                </c:pt>
                <c:pt idx="1">
                  <c:v>104.79</c:v>
                </c:pt>
                <c:pt idx="2">
                  <c:v>40.3</c:v>
                </c:pt>
                <c:pt idx="3">
                  <c:v>108.14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GRANITE QUARRY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ANALYTICS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|  2018 – 2021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Kumar Tanneru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National College of Ireland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github.com/AjayTanneru/quarry-analytics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Period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of Operations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280160"/>
            <a:ext cx="20116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2801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₹3.58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32888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100 Export Loads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280160"/>
            <a:ext cx="20116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2801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0016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Markets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China · Poland · UK · India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1280160"/>
            <a:ext cx="20116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12801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Companies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67144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Buyers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67144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Vishnu, Samantula &amp; more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C7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Types Exported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Gangsaw  ₹1,10,000/m³   ·   Big Block High  ₹1,00,000/m³   ·   Big Block Low  ₹90,000/m³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Block High  ₹80,000/m³   ·   Small Block Low  ₹70,000/m³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Samantula Granites — ₹67.4 Lakhs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Market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₹97 Lakhs Revenue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2316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Gangsaw Blocks — ₹1.02 Crores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42316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— ₹49 Lakhs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5760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Speed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1.7 Days After Payment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65760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Season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Jun–Aug — 90% Fewer Loads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83464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Revenue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 Cr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0" y="2057400"/>
            <a:ext cx="283464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Revenue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 Lakhs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43600" y="2926080"/>
            <a:ext cx="283464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648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0" y="3794760"/>
            <a:ext cx="283464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Recovery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₹1.08 Cr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fully recovered in 2021 — highest revenue year at ₹1.08 Crores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5943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USA Market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27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generated ₹97 Lakhs — prioritise USA buyer relationships for maximum revenue growth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03120"/>
            <a:ext cx="5943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Gangsaw Production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871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Gangsaw blocks led revenue at ₹1.02 Crores — allocate more resources to Gangsaw extraction during peak season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63240"/>
            <a:ext cx="5943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461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COVID Emergency Fund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472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revenue drop in 2020 shows vulnerability — maintain 3-month operating reserve for future disruptions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23360"/>
            <a:ext cx="5943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062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Rainy Season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4074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Jun–Aug causes 90% fewer loads — use this period for equipment maintenance and buyer relationship building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Pandas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generation, cleaning and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professional data visualisation charts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023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7744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9-visual interactive business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7744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querying and 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portfolio hosting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56616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and insights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github.com/AjayTanneru/quarry-analytics  |  ajaytanneru18@gmail.com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Granite Quarry Export Analytics</dc:title>
  <dc:subject>PptxGenJS Presentation</dc:subject>
  <dc:creator>Ajay Kumar Tanneru</dc:creator>
  <cp:lastModifiedBy>Ajay Kumar Tanneru</cp:lastModifiedBy>
  <cp:revision>1</cp:revision>
  <dcterms:created xsi:type="dcterms:W3CDTF">2026-04-21T11:45:53Z</dcterms:created>
  <dcterms:modified xsi:type="dcterms:W3CDTF">2026-04-21T11:45:53Z</dcterms:modified>
</cp:coreProperties>
</file>